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Candidate Ranking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Hackathon Solution Presentation</a:t>
            </a:r>
          </a:p>
          <a:p>
            <a:r>
              <a:t>End-to-End CPU-Optimized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B5797"/>
                </a:solidFill>
                <a:latin typeface="Arial"/>
              </a:defRPr>
            </a:pPr>
            <a:r>
              <a:t>Slide 1: 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000" b="1">
                <a:solidFill>
                  <a:srgbClr val="000000"/>
                </a:solidFill>
                <a:latin typeface="Arial"/>
              </a:defRPr>
            </a:pPr>
            <a:r>
              <a:t>What is your proposed solution?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An end-to-end, CPU-optimized AI Candidate Ranking Engine that evaluates candidates using semantic relevance, structured attributes, and behavioral signals.</a:t>
            </a:r>
          </a:p>
          <a:p>
            <a:pPr>
              <a:spcBef>
                <a:spcPts val="1000"/>
              </a:spcBef>
              <a:defRPr sz="2000" b="1">
                <a:solidFill>
                  <a:srgbClr val="000000"/>
                </a:solidFill>
                <a:latin typeface="Arial"/>
              </a:defRPr>
            </a:pPr>
            <a:r>
              <a:t>What differentiates your approach from traditional systems?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Beyond Keywords: Hybrid retrieval (BM25 + FAISS Dense) understands intent, not just exact matches.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Multi-Pillar Scoring: Evaluates 3 distinct vectors: Semantic match, Attribute fit, and Behavioral/Activity signals.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Fairness First: Implements PII Bias Masking (redacting names, gender, demographics) before scoring.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B5797"/>
                </a:solidFill>
                <a:latin typeface="Arial"/>
              </a:defRPr>
            </a:pPr>
            <a:r>
              <a:t>Slide 2: JD Understanding &amp; Candidate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000" b="1">
                <a:solidFill>
                  <a:srgbClr val="000000"/>
                </a:solidFill>
                <a:latin typeface="Arial"/>
              </a:defRPr>
            </a:pPr>
            <a:r>
              <a:t>What are the key requirements extracted from the JD?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Extracts hard requirements (e.g., Python, React), experience thresholds, locational preferences, and soft-skill intent via semantic parsing.</a:t>
            </a:r>
          </a:p>
          <a:p>
            <a:pPr>
              <a:spcBef>
                <a:spcPts val="1000"/>
              </a:spcBef>
              <a:defRPr sz="2000" b="1">
                <a:solidFill>
                  <a:srgbClr val="000000"/>
                </a:solidFill>
                <a:latin typeface="Arial"/>
              </a:defRPr>
            </a:pPr>
            <a:r>
              <a:t>Which candidate signals are most important? / How does it evaluate fit?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Semantic Fit (30%): Deep contextual matching using SentenceTransformers to gauge true alignment with job responsibilities.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Attribute Fit (45%): Heuristic evaluation of job titles, domain overlap, and tenure stability.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Behavioral Fit (25%): Proxy signals like GitHub commits, open-source contributions, and recent activity frequency.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B5797"/>
                </a:solidFill>
                <a:latin typeface="Arial"/>
              </a:defRPr>
            </a:pPr>
            <a:r>
              <a:t>Slide 3: Ranking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000" b="1">
                <a:solidFill>
                  <a:srgbClr val="000000"/>
                </a:solidFill>
                <a:latin typeface="Arial"/>
              </a:defRPr>
            </a:pPr>
            <a:r>
              <a:t>How does your system retrieve, score, and rank?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Retrieve: 2-stage retrieval via Sparse (BM25) and Dense (FAISS) vectors, merged using Reciprocal Rank Fusion (RRF).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Score: Lightweight Cross-Encoder reranks the fused list for high-precision pairwise semantic scoring.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Rank: Applies Maximal Marginal Relevance (MMR) to introduce diversity, preventing a monoculture shortlist.</a:t>
            </a:r>
          </a:p>
          <a:p>
            <a:pPr>
              <a:spcBef>
                <a:spcPts val="1000"/>
              </a:spcBef>
              <a:defRPr sz="2000" b="1">
                <a:solidFill>
                  <a:srgbClr val="000000"/>
                </a:solidFill>
                <a:latin typeface="Arial"/>
              </a:defRPr>
            </a:pPr>
            <a:r>
              <a:t>How are multiple signals combined?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A weighted ensemble matrix dynamically combines the normalized Semantic, Attribute, and Behavioral scores into a single composite rank.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B5797"/>
                </a:solidFill>
                <a:latin typeface="Arial"/>
              </a:defRPr>
            </a:pPr>
            <a:r>
              <a:t>Slide 4: Explainability &amp; Data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000" b="1">
                <a:solidFill>
                  <a:srgbClr val="000000"/>
                </a:solidFill>
                <a:latin typeface="Arial"/>
              </a:defRPr>
            </a:pPr>
            <a:r>
              <a:t>How are ranking decisions explained?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The engine generates human-readable 'Reasoning' sentences mapped directly to the underlying numeric sub-scores (e.g., 'Strong technical match, but lacking behavioral activity').</a:t>
            </a:r>
          </a:p>
          <a:p>
            <a:pPr>
              <a:spcBef>
                <a:spcPts val="1000"/>
              </a:spcBef>
              <a:defRPr sz="2000" b="1">
                <a:solidFill>
                  <a:srgbClr val="000000"/>
                </a:solidFill>
                <a:latin typeface="Arial"/>
              </a:defRPr>
            </a:pPr>
            <a:r>
              <a:t>How do you prevent hallucinations?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Scores are 100% deterministic, calculated via mathematical models (cross-encoders/heuristics). Text rationales are rule-based templates driven by these metrics, ensuring zero generative hallucination.</a:t>
            </a:r>
          </a:p>
          <a:p>
            <a:pPr>
              <a:spcBef>
                <a:spcPts val="1000"/>
              </a:spcBef>
              <a:defRPr sz="2000" b="1">
                <a:solidFill>
                  <a:srgbClr val="000000"/>
                </a:solidFill>
                <a:latin typeface="Arial"/>
              </a:defRPr>
            </a:pPr>
            <a:r>
              <a:t>Handling low-quality or suspicious profiles?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A Honeypot Detector filters out adversarial resumes (invisible text, keyword stuffing). Incomplete profiles are penalized gracefully in the attribute scorer.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B5797"/>
                </a:solidFill>
                <a:latin typeface="Arial"/>
              </a:defRPr>
            </a:pPr>
            <a:r>
              <a:t>Slide 5: End-to-End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000" b="1">
                <a:solidFill>
                  <a:srgbClr val="000000"/>
                </a:solidFill>
                <a:latin typeface="Arial"/>
              </a:defRPr>
            </a:pPr>
            <a:r>
              <a:t>What is the complete workflow from JD to output?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1. Ingestion &amp; Pre-processing: Parsing JD and redacting PII from candidates.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2. Precomputation: Generating FAISS dense index for massive scalability.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3. Hybrid Retrieval: Broad sweep using BM25 and FAISS, fused with RRF.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4. Multi-Pillar Scoring: Cross-encoder, attribute rules, and behavioral heuristics applied.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5. Ranking &amp; Output: MMR diversification, resulting in a ranked CSV/XLSX and interactive dashboard visualization.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B5797"/>
                </a:solidFill>
                <a:latin typeface="Arial"/>
              </a:defRPr>
            </a:pPr>
            <a:r>
              <a:t>Slide 6: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000" b="1">
                <a:solidFill>
                  <a:srgbClr val="000000"/>
                </a:solidFill>
                <a:latin typeface="Arial"/>
              </a:defRPr>
            </a:pPr>
            <a:r>
              <a:t>Modular Pipeline Components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Ingestion Layer: Resume Parser, JD Parser, Bias Masker, Honeypot Detector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Retrieval Engine: BM25 Retriever, FAISS Embeddings, RRF Hybrid Fusion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Scoring Pipeline: Semantic Reranker (Cross-Encoder), Attribute Scorer, Behavioral Scorer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Ranking Logic: Configurable Weighting Engine, MMR Diversifier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Application Layer: Streamlit Dashboard, Automated Evaluator (Ablation/Benchmark)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B5797"/>
                </a:solidFill>
                <a:latin typeface="Arial"/>
              </a:defRPr>
            </a:pPr>
            <a:r>
              <a:t>Slide 7: Results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000" b="1">
                <a:solidFill>
                  <a:srgbClr val="000000"/>
                </a:solidFill>
                <a:latin typeface="Arial"/>
              </a:defRPr>
            </a:pPr>
            <a:r>
              <a:t>Results demonstrating ranking quality: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Ablation studies show the Hybrid pipeline achieves ~24% higher NDCG@10 compared to standard BM25 baselines.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Diversity (MMR) significantly improves the variety of candidate backgrounds without sacrificing top-tier relevance.</a:t>
            </a:r>
          </a:p>
          <a:p>
            <a:pPr>
              <a:spcBef>
                <a:spcPts val="1000"/>
              </a:spcBef>
              <a:defRPr sz="2000" b="1">
                <a:solidFill>
                  <a:srgbClr val="000000"/>
                </a:solidFill>
                <a:latin typeface="Arial"/>
              </a:defRPr>
            </a:pPr>
            <a:r>
              <a:t>How does it meet challenge constraints?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CPU-Optimized: Avoids massive LLMs. Uses distilled SentenceTransformers (all-MiniLM-L6-v2) and TinyBERT rerankers.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Scalability: FAISS indexing allows sub-millisecond retrieval on 100K+ candidates, keeping runtime well under the limits.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B5797"/>
                </a:solidFill>
                <a:latin typeface="Arial"/>
              </a:defRPr>
            </a:pPr>
            <a:r>
              <a:t>Slide 8: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000" b="1">
                <a:solidFill>
                  <a:srgbClr val="000000"/>
                </a:solidFill>
                <a:latin typeface="Arial"/>
              </a:defRPr>
            </a:pPr>
            <a:r>
              <a:t>What technologies were used and why?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Python, Pandas, NumPy: Core data manipulation and rapid pipeline construction.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SentenceTransformers &amp; HuggingFace: High-precision semantic embeddings optimized for CPU inference.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FAISS (Facebook AI Similarity Search): Industry standard for lightning-fast dense vector similarity search.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Rank-BM25: Reliable, fast sparse retrieval for exact keyword matching.</a:t>
            </a:r>
          </a:p>
          <a:p>
            <a:pPr lvl="1">
              <a:spcBef>
                <a:spcPts val="1000"/>
              </a:spcBef>
              <a:defRPr sz="1800">
                <a:solidFill>
                  <a:srgbClr val="333333"/>
                </a:solidFill>
                <a:latin typeface="Arial"/>
              </a:defRPr>
            </a:pPr>
            <a:r>
              <a:t>Streamlit &amp; Plotly: Allowed rapid development of a premium, interactive real-time evaluation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